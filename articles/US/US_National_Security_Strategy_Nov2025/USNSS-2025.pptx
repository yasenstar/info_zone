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886" autoAdjust="0"/>
  </p:normalViewPr>
  <p:slideViewPr>
    <p:cSldViewPr>
      <p:cViewPr varScale="1">
        <p:scale>
          <a:sx n="111" d="100"/>
          <a:sy n="111" d="100"/>
        </p:scale>
        <p:origin x="399" y="279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12/23/2025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12/23/2025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 descr="Map of World"/>
          <p:cNvSpPr>
            <a:spLocks noEditPoints="1"/>
          </p:cNvSpPr>
          <p:nvPr/>
        </p:nvSpPr>
        <p:spPr bwMode="gray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12/23/2025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9412" y="2590800"/>
            <a:ext cx="4572000" cy="3581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/>
              <a:t>通过</a:t>
            </a:r>
            <a:r>
              <a:rPr lang="zh-CN" altLang="en-US" sz="5800" b="1" dirty="0">
                <a:solidFill>
                  <a:srgbClr val="FF0000"/>
                </a:solidFill>
              </a:rPr>
              <a:t>图形数据库</a:t>
            </a:r>
            <a:r>
              <a:rPr lang="zh-CN" altLang="en-US" sz="3200" b="1" dirty="0"/>
              <a:t>来解析：</a:t>
            </a:r>
            <a:endParaRPr lang="en-US" altLang="zh-CN" sz="3200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3200" b="1" dirty="0"/>
              <a:t>学习战略的写法</a:t>
            </a:r>
            <a:endParaRPr lang="en-US" altLang="zh-CN" sz="3200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3200" b="1" dirty="0"/>
              <a:t>这个战略是什么</a:t>
            </a:r>
            <a:endParaRPr lang="en-US" altLang="zh-CN" sz="3200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3200" b="1" dirty="0"/>
              <a:t>图形化查询</a:t>
            </a:r>
            <a:endParaRPr lang="en-US" altLang="zh-C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DED4F-522F-2BC9-4712-23B476088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914" y="381000"/>
            <a:ext cx="4361093" cy="57192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12" y="304801"/>
            <a:ext cx="6934200" cy="2209800"/>
          </a:xfrm>
        </p:spPr>
        <p:txBody>
          <a:bodyPr anchor="ctr">
            <a:normAutofit/>
          </a:bodyPr>
          <a:lstStyle/>
          <a:p>
            <a:r>
              <a:rPr lang="zh-CN" altLang="en-US" sz="6600" dirty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美国国家安全战略 </a:t>
            </a:r>
            <a:r>
              <a:rPr lang="en-US" altLang="zh-CN" sz="6600" dirty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2025</a:t>
            </a:r>
            <a:r>
              <a:rPr lang="zh-CN" altLang="en-US" sz="6600" dirty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版</a:t>
            </a:r>
            <a:endParaRPr lang="en-US" sz="6600" dirty="0">
              <a:solidFill>
                <a:srgbClr val="00206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AF412-2D9E-F94E-73D6-83003F17A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963" y="4221479"/>
            <a:ext cx="2819400" cy="2331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D53BF2-DE16-A17E-3EA1-752E6D5C7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12" y="5105400"/>
            <a:ext cx="1524000" cy="7246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48F5A-7CBD-201B-291A-D399F68A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7D0EBE-0525-BB19-96D1-4E78E7086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12" y="2590800"/>
            <a:ext cx="5181600" cy="3581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Aptos Narrow" panose="020B0004020202020204" pitchFamily="34" charset="0"/>
              </a:rPr>
              <a:t>Learn it via </a:t>
            </a:r>
            <a:r>
              <a:rPr lang="en-US" altLang="zh-CN" sz="7100" b="1" dirty="0">
                <a:solidFill>
                  <a:srgbClr val="FF0000"/>
                </a:solidFill>
                <a:latin typeface="Aptos Narrow" panose="020B0004020202020204" pitchFamily="34" charset="0"/>
              </a:rPr>
              <a:t>Graph</a:t>
            </a:r>
            <a:r>
              <a:rPr lang="en-US" altLang="zh-CN" sz="3600" b="1" dirty="0">
                <a:latin typeface="Aptos Narrow" panose="020B00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3600" b="1" dirty="0">
                <a:latin typeface="Aptos Narrow" panose="020B0004020202020204" pitchFamily="34" charset="0"/>
              </a:rPr>
              <a:t>How to Write a Strategy?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3600" b="1" dirty="0">
                <a:latin typeface="Aptos Narrow" panose="020B0004020202020204" pitchFamily="34" charset="0"/>
              </a:rPr>
              <a:t>What is this Strategy?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3600" b="1" dirty="0">
                <a:latin typeface="Aptos Narrow" panose="020B0004020202020204" pitchFamily="34" charset="0"/>
              </a:rPr>
              <a:t>Query in 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D6935-802F-0F56-8045-6D2FD8E3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61" y="1462242"/>
            <a:ext cx="3257112" cy="42714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779E41-0991-6855-4F54-5D4B9E069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63" y="490293"/>
            <a:ext cx="9906000" cy="1943898"/>
          </a:xfrm>
        </p:spPr>
        <p:txBody>
          <a:bodyPr anchor="ctr">
            <a:normAutofit/>
          </a:bodyPr>
          <a:lstStyle/>
          <a:p>
            <a:r>
              <a:rPr lang="en-US" altLang="zh-CN" sz="5400" b="1" dirty="0">
                <a:solidFill>
                  <a:srgbClr val="002060"/>
                </a:solidFill>
                <a:latin typeface="Trade Gothic Next Cond" panose="020F0502020204030204" pitchFamily="34" charset="0"/>
                <a:ea typeface="华文琥珀" panose="02010800040101010101" pitchFamily="2" charset="-122"/>
              </a:rPr>
              <a:t>US National Security Strategy</a:t>
            </a:r>
            <a:br>
              <a:rPr lang="en-US" altLang="zh-CN" sz="5400" b="1" dirty="0">
                <a:solidFill>
                  <a:srgbClr val="002060"/>
                </a:solidFill>
                <a:latin typeface="Trade Gothic Next Cond" panose="020F0502020204030204" pitchFamily="34" charset="0"/>
                <a:ea typeface="华文琥珀" panose="02010800040101010101" pitchFamily="2" charset="-122"/>
              </a:rPr>
            </a:br>
            <a:r>
              <a:rPr lang="en-US" altLang="zh-CN" sz="5400" b="1" dirty="0">
                <a:solidFill>
                  <a:srgbClr val="002060"/>
                </a:solidFill>
                <a:latin typeface="Trade Gothic Next Cond" panose="020F0502020204030204" pitchFamily="34" charset="0"/>
                <a:ea typeface="华文琥珀" panose="02010800040101010101" pitchFamily="2" charset="-122"/>
              </a:rPr>
              <a:t>– Nov 2025</a:t>
            </a:r>
            <a:endParaRPr lang="en-US" sz="5400" b="1" dirty="0">
              <a:solidFill>
                <a:srgbClr val="002060"/>
              </a:solidFill>
              <a:latin typeface="Trade Gothic Next Cond" panose="020F0502020204030204" pitchFamily="34" charset="0"/>
              <a:ea typeface="华文琥珀" panose="0201080004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3764D-702E-25DF-D9E9-664B4A2C4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012" y="4363520"/>
            <a:ext cx="2819400" cy="2331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0BE9E7-8267-7ACF-7715-4505F43D0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661" y="5247441"/>
            <a:ext cx="1524000" cy="7246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985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91_win32_fixed.potx" id="{67E1CE12-4E7F-4E00-8450-70E8A44C0BA6}" vid="{5B359CD9-B23F-44EB-BBF8-9808683E469B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49</TotalTime>
  <Words>49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华文琥珀</vt:lpstr>
      <vt:lpstr>Aptos Narrow</vt:lpstr>
      <vt:lpstr>Arial</vt:lpstr>
      <vt:lpstr>Century Gothic</vt:lpstr>
      <vt:lpstr>Trade Gothic Next Cond</vt:lpstr>
      <vt:lpstr>World Presentation 16x9</vt:lpstr>
      <vt:lpstr>美国国家安全战略 2025版</vt:lpstr>
      <vt:lpstr>US National Security Strategy – Nov 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3</cp:revision>
  <dcterms:created xsi:type="dcterms:W3CDTF">2025-12-23T06:16:33Z</dcterms:created>
  <dcterms:modified xsi:type="dcterms:W3CDTF">2025-12-23T07:37:06Z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2025-12-23T06:47:48Z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b0d3e08d-16a1-4184-91b0-890fbacbf3da</vt:lpwstr>
  </property>
  <property fmtid="{D5CDD505-2E9C-101B-9397-08002B2CF9AE}" pid="8" name="MSIP_Label_19540963-e559-4020-8a90-fe8a502c2801_ContentBits">
    <vt:lpwstr>0</vt:lpwstr>
  </property>
  <property fmtid="{D5CDD505-2E9C-101B-9397-08002B2CF9AE}" pid="9" name="MSIP_Label_19540963-e559-4020-8a90-fe8a502c2801_Tag">
    <vt:lpwstr>10, 3, 0, 1</vt:lpwstr>
  </property>
</Properties>
</file>